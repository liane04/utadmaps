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 Maps · IPC 2025-2026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64922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utadmaps.b-host.me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194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 Maps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inteligente para o campus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0" y="5486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548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utadmaps.b-host.me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71600" y="4937760"/>
            <a:ext cx="2743200" cy="36576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 Silva  ·  Liane Duarte  ·  Bruno Alves  ·  Pedro Braz  ·  Diogo Queiroz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Pessoa-Computador  ·  Licenciatura em Engenharia Informática  ·  2025-2026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navegação no campus acaba à porta do edifício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Google Maps acaba à porta do edifício."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29488" y="365760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9488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29488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Caloiros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648" y="5212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conhecem os edifícios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1248" y="365760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1248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581248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18408" y="5212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 e códigos novos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365760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33008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visão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0168" y="5212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 de leitor + contraste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84768" y="365760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4768" y="3840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♿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884768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reduzida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21928" y="5212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escadas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· iOS · Android · Web — sem instalação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2926080" cy="4572000"/>
          </a:xfrm>
          <a:prstGeom prst="roundRect">
            <a:avLst>
              <a:gd name="adj" fmla="val 937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2148840"/>
            <a:ext cx="2596896" cy="3794760"/>
          </a:xfrm>
          <a:prstGeom prst="roundRect">
            <a:avLst>
              <a:gd name="adj" fmla="val 5282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423160"/>
            <a:ext cx="22860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edifício, sala…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37490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4389120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502920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6858000" cy="960120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737360"/>
            <a:ext cx="10972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0195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reais via OSRM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6858000" cy="960120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3464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9923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3D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reais em GLB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6858000" cy="960120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931920"/>
            <a:ext cx="10972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09651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0" y="4480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 Inforestudante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5029200"/>
            <a:ext cx="6858000" cy="960120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5029200"/>
            <a:ext cx="10972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519379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55778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níveis de texto + Alto Contraste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· TypeScript · Three.js · Supabase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mapeámos o ECT — Polo 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oficiais → Blender 1:100 → GLB navegável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89608" y="201168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89608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889608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de emergência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89608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Afixada em cada piso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89608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Referencial mais fiável do edifício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30088" y="3566160"/>
            <a:ext cx="731520" cy="548640"/>
          </a:xfrm>
          <a:prstGeom prst="right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8648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➔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638648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44488" y="201168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6644488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3D navegável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44488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GLB em tempo real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4488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salas · 162 paredes (col_*)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1:100 · 4 sectores (E · F · G · I) · A* com binary-heap em &lt; 100 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→ Indoor 3D → Horário → Acessibilidade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9418320" cy="4389120"/>
          </a:xfrm>
          <a:prstGeom prst="roundRect">
            <a:avLst>
              <a:gd name="adj" fmla="val 312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aqui o vídeo da demo (2:30)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→ Inserir → Vídeo → A partir deste dispositivo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Acessibilidade WCAG 2.2 AA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mista: automática (web) + manual (mobile)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83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WCAG 2.2 AA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783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aplicadas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utadmaps.b-host.me (web)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Lighthouse 12.8.2 — score AA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axe-core 4.11 — regras WCAG 2.x e 2.2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pa11y 9 — axe + HTML CodeSniffer W3C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577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T.A.W. — recomendada pelos docentes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069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em iPhone (versão completa)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480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Atributos React Native — 78 componentes em 12 ficheiros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Rácios de contraste — todos AA, alguns AAA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VoiceOver em iPhone real — exploratório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577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Reflow nos 5 níveis de texto até 200%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3 técnicas em paralelo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Inspecção + Inspecção + Observação real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47465" y="2423160"/>
            <a:ext cx="2834640" cy="2834640"/>
          </a:xfrm>
          <a:prstGeom prst="ellipse">
            <a:avLst/>
          </a:prstGeom>
          <a:solidFill>
            <a:srgbClr val="2563EB">
              <a:alpha val="3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98825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98825" y="3383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peritos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problemas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10505" y="2423160"/>
            <a:ext cx="2834640" cy="2834640"/>
          </a:xfrm>
          <a:prstGeom prst="ellipse">
            <a:avLst/>
          </a:prstGeom>
          <a:solidFill>
            <a:srgbClr val="16A34A">
              <a:alpha val="3000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4985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Shneiderman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7865" y="3383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código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78985" y="3703320"/>
            <a:ext cx="2834640" cy="2834640"/>
          </a:xfrm>
          <a:prstGeom prst="ellipse">
            <a:avLst/>
          </a:prstGeom>
          <a:solidFill>
            <a:srgbClr val="EA580C">
              <a:alpha val="30000"/>
            </a:srgbClr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1905" y="6355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1905" y="6720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13 tarefas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7585" y="402336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FFF7E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7585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07585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do horário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valida o método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detectado pelas 3 técnicas em simultâneo — confirma que o problema é real, não opinião isolada.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Tests + Plano de melhorias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sessões × 13 tarefas com utilizadores reais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8328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96,9 %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pleno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691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 / 5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média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1554480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91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 / 5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13816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Likert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10881360" cy="137160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74720"/>
            <a:ext cx="109728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meu horário já estava exposto mesmo sem conta."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Participante 2 (P2), tarefa T13 (logout + login)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empírica do bug B-02 previsto pelas inspecções.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417320"/>
          </a:xfrm>
          <a:prstGeom prst="roundRect">
            <a:avLst>
              <a:gd name="adj" fmla="val 9677"/>
            </a:avLst>
          </a:prstGeom>
          <a:solidFill>
            <a:srgbClr val="F8F9FB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problemas → 6 melhorias prioritárias = 1 dia de trabalho → 100 % de sucesso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limpar storage no logout  ·  M-02 botão login  ·  M-03 accessibilityState  ·  M-04 toast nas definições  ·  M-05 anunciar manobras  ·  M-06 indicador de carregamento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0" y="4023360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4160520"/>
            <a:ext cx="365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4160520"/>
            <a:ext cx="365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6080760"/>
            <a:ext cx="365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utadmaps.b-host.me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 Silva  ·  Liane Duarte  ·  Bruno Alves  ·  Pedro Braz  ·  Diogo Queiroz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6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Pessoa-Computador  ·  IPC 2025-2026  ·  Universidade de Trás-os-Montes e Alto Douro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UTAD — Engenharia Informática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UTAD Maps — Apresentação Fase 3</dc:title>
  <dc:subject>PptxGenJS Presentation</dc:subject>
  <dc:creator>UTAD Maps Team</dc:creator>
  <cp:lastModifiedBy>UTAD Maps Team</cp:lastModifiedBy>
  <cp:revision>1</cp:revision>
  <dcterms:created xsi:type="dcterms:W3CDTF">2026-05-27T10:22:38Z</dcterms:created>
  <dcterms:modified xsi:type="dcterms:W3CDTF">2026-05-27T10:22:38Z</dcterms:modified>
</cp:coreProperties>
</file>